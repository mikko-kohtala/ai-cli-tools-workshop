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4050" y="916186"/>
            <a:ext cx="1015901" cy="1015901"/>
          </a:xfrm>
          <a:prstGeom prst="roundRect">
            <a:avLst>
              <a:gd name="adj" fmla="val 20002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0" y="1133624"/>
            <a:ext cx="77724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57923" y="2236887"/>
            <a:ext cx="5228153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Learning Path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96472" y="3094137"/>
            <a:ext cx="67509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200"/>
              </a:spcAft>
              <a:buNone/>
            </a:pPr>
            <a:r>
              <a:rPr lang="en-US" sz="2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Test Automation &amp; Quality Assurance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094905" y="3852863"/>
            <a:ext cx="1109365" cy="374452"/>
          </a:xfrm>
          <a:prstGeom prst="roundRect">
            <a:avLst>
              <a:gd name="adj" fmla="val 20350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98055" y="3954363"/>
            <a:ext cx="717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56670" y="3852863"/>
            <a:ext cx="965299" cy="374452"/>
          </a:xfrm>
          <a:prstGeom prst="roundRect">
            <a:avLst>
              <a:gd name="adj" fmla="val 20350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59820" y="3954363"/>
            <a:ext cx="5701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Cypress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74369" y="3852863"/>
            <a:ext cx="1295995" cy="374452"/>
          </a:xfrm>
          <a:prstGeom prst="roundRect">
            <a:avLst>
              <a:gd name="adj" fmla="val 20350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77519" y="3954363"/>
            <a:ext cx="9074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22764" y="3852863"/>
            <a:ext cx="1126331" cy="374452"/>
          </a:xfrm>
          <a:prstGeom prst="roundRect">
            <a:avLst>
              <a:gd name="adj" fmla="val 20350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25914" y="3954363"/>
            <a:ext cx="7344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47472" y="4695825"/>
            <a:ext cx="20489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8-Week Comprehensive Curriculum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53901"/>
            <a:ext cx="8498026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8-Week Program Structure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06301" y="122217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1222177"/>
            <a:ext cx="0" cy="812750"/>
          </a:xfrm>
          <a:prstGeom prst="line">
            <a:avLst/>
          </a:prstGeom>
          <a:noFill/>
          <a:ln w="47625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7076" y="137457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1-2: Shared Foundation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7076" y="1596777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fundamentals, agentic patterns, tool setup, project configuration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6301" y="218732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0113" y="2187327"/>
            <a:ext cx="0" cy="812750"/>
          </a:xfrm>
          <a:prstGeom prst="line">
            <a:avLst/>
          </a:prstGeom>
          <a:noFill/>
          <a:ln w="47625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076" y="233972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3: Test Automation Fundamentals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7076" y="2561927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generation patterns, AI-assisted test writing, coverage analysis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6301" y="315247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0113" y="3152477"/>
            <a:ext cx="0" cy="812750"/>
          </a:xfrm>
          <a:prstGeom prst="line">
            <a:avLst/>
          </a:prstGeom>
          <a:noFill/>
          <a:ln w="47625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076" y="330487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Core QA Workflows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7076" y="3527078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testing, API testing, performance analysis, bug documentation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24400" y="122217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48213" y="1222177"/>
            <a:ext cx="0" cy="812750"/>
          </a:xfrm>
          <a:prstGeom prst="line">
            <a:avLst/>
          </a:prstGeom>
          <a:noFill/>
          <a:ln w="47625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5175" y="137457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5: Advanced Testing Techniques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75175" y="1596777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orchestration, visual regression, test maintenance, flaky tests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24400" y="218732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48213" y="2187327"/>
            <a:ext cx="0" cy="812750"/>
          </a:xfrm>
          <a:prstGeom prst="line">
            <a:avLst/>
          </a:prstGeom>
          <a:noFill/>
          <a:ln w="47625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75175" y="233972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6: QA Integration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75175" y="2561927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collaboration, CI/CD integration, quality metrics, evangelism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24400" y="3152477"/>
            <a:ext cx="4013299" cy="812750"/>
          </a:xfrm>
          <a:prstGeom prst="roundRect">
            <a:avLst>
              <a:gd name="adj" fmla="val 125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48213" y="3152477"/>
            <a:ext cx="0" cy="812750"/>
          </a:xfrm>
          <a:prstGeom prst="line">
            <a:avLst/>
          </a:prstGeom>
          <a:noFill/>
          <a:ln w="47625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75175" y="3304877"/>
            <a:ext cx="36305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7-8: Shared Capstone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75175" y="3527078"/>
            <a:ext cx="36305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agents with Claude Agent SDK, capstone project, deployment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24400" y="4127599"/>
            <a:ext cx="4013299" cy="711101"/>
          </a:xfrm>
          <a:prstGeom prst="roundRect">
            <a:avLst>
              <a:gd name="adj" fmla="val 14288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1480" y="4330750"/>
            <a:ext cx="36791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Ship higher quality software with AI-assisted testing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58726"/>
          </a:xfrm>
          <a:prstGeom prst="rect">
            <a:avLst/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17438"/>
            <a:ext cx="889099" cy="323850"/>
          </a:xfrm>
          <a:prstGeom prst="roundRect">
            <a:avLst>
              <a:gd name="adj" fmla="val 15686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8701" y="293638"/>
            <a:ext cx="5959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98550" y="203150"/>
            <a:ext cx="461182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Automation Fundamentals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6301" y="1012627"/>
            <a:ext cx="3671590" cy="1682651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451" y="1215777"/>
            <a:ext cx="3330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451" y="1577727"/>
            <a:ext cx="326528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test generation patterns with AI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AI-assisted test writing workflows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coverage and identify gaps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effective test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2898428"/>
            <a:ext cx="3671590" cy="730151"/>
          </a:xfrm>
          <a:prstGeom prst="roundRect">
            <a:avLst>
              <a:gd name="adj" fmla="val 13915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3050828"/>
            <a:ext cx="3330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451" y="3323779"/>
            <a:ext cx="3330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Code, Playwright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1791" y="1012627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31791" y="1031677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4191" y="1177677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4191" y="1371302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Generation Patterns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4191" y="1574453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test creation workflows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98146" y="1012627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598146" y="1031677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0546" y="1177677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50546" y="1371302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Writing Workflows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50546" y="1574453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test authoring with AI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1791" y="1961704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31791" y="1980754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4191" y="2126754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4191" y="2320379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Analysis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4191" y="2523530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and filling test gaps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98146" y="1961704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598146" y="1980754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50546" y="2126754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50546" y="2320379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 Generation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50546" y="2523530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realistic test data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31791" y="3037731"/>
            <a:ext cx="4405908" cy="641300"/>
          </a:xfrm>
          <a:prstGeom prst="roundRect">
            <a:avLst>
              <a:gd name="adj" fmla="val 11882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84191" y="3190131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4191" y="3383756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test suite with AI-generated tests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58726"/>
          </a:xfrm>
          <a:prstGeom prst="rect">
            <a:avLst/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17438"/>
            <a:ext cx="889099" cy="323850"/>
          </a:xfrm>
          <a:prstGeom prst="roundRect">
            <a:avLst>
              <a:gd name="adj" fmla="val 15686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8701" y="293638"/>
            <a:ext cx="5959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98550" y="203150"/>
            <a:ext cx="29020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QA Workflows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6301" y="1012627"/>
            <a:ext cx="3671590" cy="1682651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451" y="1215777"/>
            <a:ext cx="3330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451" y="1577727"/>
            <a:ext cx="326528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regression test suites with AI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API testing with AI assistance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performance with AI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bugs systematically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2898428"/>
            <a:ext cx="3671590" cy="730151"/>
          </a:xfrm>
          <a:prstGeom prst="roundRect">
            <a:avLst>
              <a:gd name="adj" fmla="val 13915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3050828"/>
            <a:ext cx="3330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451" y="3323779"/>
            <a:ext cx="3330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Playwright, Cypress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1791" y="1012627"/>
            <a:ext cx="2139404" cy="955477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31791" y="1031677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4191" y="1177677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4191" y="1371302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4191" y="1574453"/>
            <a:ext cx="1871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comprehensive regression suites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98146" y="1012627"/>
            <a:ext cx="2139553" cy="955477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598146" y="1031677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0546" y="1177677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50546" y="1371302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Testing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50546" y="1574453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APIs with AI assistance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1791" y="2095054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31791" y="2114104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4191" y="2260104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4191" y="2453729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Testing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4191" y="2656880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Analyzing application performance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98146" y="2095054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598146" y="2114104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50546" y="2260104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50546" y="2453729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Documentation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50546" y="2656880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bug reporting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31791" y="3171081"/>
            <a:ext cx="4405908" cy="641300"/>
          </a:xfrm>
          <a:prstGeom prst="roundRect">
            <a:avLst>
              <a:gd name="adj" fmla="val 11882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84191" y="3323481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4191" y="3517106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suite with API tests and quality reports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58726"/>
          </a:xfrm>
          <a:prstGeom prst="rect">
            <a:avLst/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17438"/>
            <a:ext cx="889099" cy="323850"/>
          </a:xfrm>
          <a:prstGeom prst="roundRect">
            <a:avLst>
              <a:gd name="adj" fmla="val 15686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8701" y="293638"/>
            <a:ext cx="5959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98550" y="203150"/>
            <a:ext cx="444544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Testing Techniques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6301" y="1012627"/>
            <a:ext cx="3671590" cy="1682651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451" y="1215777"/>
            <a:ext cx="3330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451" y="1577727"/>
            <a:ext cx="326528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E2E test orchestration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visual regression testing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and refactor test suites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 and fix flaky tests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2898428"/>
            <a:ext cx="3671590" cy="730151"/>
          </a:xfrm>
          <a:prstGeom prst="roundRect">
            <a:avLst>
              <a:gd name="adj" fmla="val 13915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3050828"/>
            <a:ext cx="3330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451" y="3323779"/>
            <a:ext cx="3330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Playwright, Claude Code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1791" y="1012627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31791" y="1031677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4191" y="1177677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4191" y="1371302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Test Orchestration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4191" y="1574453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 workflows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98146" y="1012627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598146" y="1031677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0546" y="1177677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50546" y="1371302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Regression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50546" y="1574453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visual changes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1791" y="1961704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31791" y="1980754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4191" y="2126754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4191" y="2320379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Maintenance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4191" y="2523530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tests healthy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98146" y="1961704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598146" y="1980754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50546" y="2126754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50546" y="2320379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Flaky Test Diagnosis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50546" y="2523530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and fixing instability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31791" y="3037731"/>
            <a:ext cx="4405908" cy="641300"/>
          </a:xfrm>
          <a:prstGeom prst="roundRect">
            <a:avLst>
              <a:gd name="adj" fmla="val 11882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84191" y="3190131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4191" y="3383756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E2E suite with visual regression tests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58726"/>
          </a:xfrm>
          <a:prstGeom prst="rect">
            <a:avLst/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17438"/>
            <a:ext cx="889099" cy="323850"/>
          </a:xfrm>
          <a:prstGeom prst="roundRect">
            <a:avLst>
              <a:gd name="adj" fmla="val 15686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8701" y="293638"/>
            <a:ext cx="5959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98550" y="203150"/>
            <a:ext cx="45482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Integration &amp; Collaboration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6301" y="1012627"/>
            <a:ext cx="3671590" cy="1682651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451" y="1215777"/>
            <a:ext cx="3330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451" y="1577727"/>
            <a:ext cx="326528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developers on testability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testing into CI/CD pipelines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quality metrics dashboards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Evangelize test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2898428"/>
            <a:ext cx="3671590" cy="730151"/>
          </a:xfrm>
          <a:prstGeom prst="roundRect">
            <a:avLst>
              <a:gd name="adj" fmla="val 13915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3050828"/>
            <a:ext cx="3330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451" y="3323779"/>
            <a:ext cx="3330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Code, Codex CLI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1791" y="1012627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31791" y="1031677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4191" y="1177677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4191" y="1371302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Collaboration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4191" y="1574453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Improving testability together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98146" y="1012627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598146" y="1031677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0546" y="1177677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50546" y="1371302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Integration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50546" y="1574453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Automating test execution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1791" y="1961704"/>
            <a:ext cx="2139404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31791" y="1980754"/>
            <a:ext cx="2139404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4191" y="2126754"/>
            <a:ext cx="18712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4191" y="2320379"/>
            <a:ext cx="18712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84191" y="2523530"/>
            <a:ext cx="18712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and reporting quality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98146" y="1961704"/>
            <a:ext cx="2139553" cy="822127"/>
          </a:xfrm>
          <a:prstGeom prst="roundRect">
            <a:avLst>
              <a:gd name="adj" fmla="val 92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598146" y="1980754"/>
            <a:ext cx="2139553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50546" y="2126754"/>
            <a:ext cx="1871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50546" y="2320379"/>
            <a:ext cx="1871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Automation Culture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50546" y="2523530"/>
            <a:ext cx="1871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Promoting testing practices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31791" y="3037731"/>
            <a:ext cx="4405908" cy="641300"/>
          </a:xfrm>
          <a:prstGeom prst="roundRect">
            <a:avLst>
              <a:gd name="adj" fmla="val 11882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84191" y="3190131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4191" y="3383756"/>
            <a:ext cx="41831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integrated tests with quality dashboards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52413"/>
            <a:ext cx="1006673" cy="253901"/>
          </a:xfrm>
          <a:prstGeom prst="roundRect">
            <a:avLst>
              <a:gd name="adj" fmla="val 20008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3251" y="303163"/>
            <a:ext cx="7678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7-8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616125" y="203150"/>
            <a:ext cx="41855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Agents &amp; Capstone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01" y="758726"/>
            <a:ext cx="4038749" cy="3756124"/>
          </a:xfrm>
          <a:prstGeom prst="roundRect">
            <a:avLst>
              <a:gd name="adj" fmla="val 3381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002" y="936427"/>
            <a:ext cx="3757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7: Building Agents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4002" y="1272927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10952" y="1374428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SDK Setup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0952" y="1542604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Agent SDK architecture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4002" y="1853654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0952" y="1955155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Tools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0952" y="2123331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operations, APIs, databases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4002" y="2434382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0952" y="2535882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0952" y="2704058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management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4002" y="3015109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0952" y="3116610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Systems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0952" y="3284786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and handoffs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98950" y="758726"/>
            <a:ext cx="4038749" cy="3756124"/>
          </a:xfrm>
          <a:prstGeom prst="roundRect">
            <a:avLst>
              <a:gd name="adj" fmla="val 3381"/>
            </a:avLst>
          </a:prstGeom>
          <a:solidFill>
            <a:srgbClr val="3D3D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76651" y="936427"/>
            <a:ext cx="3757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8: Capstone &amp; Deploy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76651" y="1272927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03602" y="1374428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for AI Apps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3602" y="1542604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Pipelines and AI-specific tests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76651" y="1853654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03602" y="1955155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03602" y="2123331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and orchestration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76651" y="2434382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003602" y="2535882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Governance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03602" y="2704058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compliance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76651" y="3015109"/>
            <a:ext cx="3683347" cy="504527"/>
          </a:xfrm>
          <a:prstGeom prst="roundRect">
            <a:avLst>
              <a:gd name="adj" fmla="val 10069"/>
            </a:avLst>
          </a:prstGeom>
          <a:solidFill>
            <a:srgbClr val="29292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03602" y="3116610"/>
            <a:ext cx="3498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03602" y="3284786"/>
            <a:ext cx="34980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and reflect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0" y="4667250"/>
            <a:ext cx="9144000" cy="4762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22987" y="4819650"/>
            <a:ext cx="84980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capstone project with integrated AI agent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QA Learning Path</dc:title>
  <dc:subject>AI-Assisted Test Automation &amp; Quality Assurance</dc:subject>
  <dc:creator>AI CLI Tools Workshop</dc:creator>
  <cp:lastModifiedBy>AI CLI Tools Workshop</cp:lastModifiedBy>
  <cp:revision>1</cp:revision>
  <dcterms:created xsi:type="dcterms:W3CDTF">2025-12-09T07:34:01Z</dcterms:created>
  <dcterms:modified xsi:type="dcterms:W3CDTF">2025-12-09T07:34:01Z</dcterms:modified>
</cp:coreProperties>
</file>